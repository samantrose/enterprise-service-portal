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Enterprise IT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7373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60A5FA"/>
                </a:solidFill>
                <a:latin typeface="Calibri"/>
              </a:defRPr>
            </a:pPr>
            <a:r>
              <a:t>Corporate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3774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Service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918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AI-Powered IT Operations &amp; Facilities Management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3891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4A3B8"/>
                </a:solidFill>
                <a:latin typeface="Calibri"/>
              </a:defRPr>
            </a:pPr>
            <a: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SAM ANTROSE A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SARASWATHI 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SLIDE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286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Enterprise IT &amp; Corporate Facilities Service Portal is an AI-powered web application designed to streamline IT support and facility management operations within an organization.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system enables employees to submit service requests in plain English, which are then automatically classified using Natural Language Processing (NLP) models — DistilBERT for category detection and RoBERTa for urgency analysis. Based on the AI classification, tickets are automatically routed to the appropriate specialist team.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The portal supports three user roles — Admin, Employee, and Technician — each with dedicated dashboards. It features real-time SLA countdown timers, an emergency SOS telephony system with automated admin alerts, a self-service knowledge base, IT asset tracking, and executive analytics.</a:t>
            </a:r>
          </a:p>
          <a:p>
            <a:pPr>
              <a:spcBef>
                <a:spcPts val="1400"/>
              </a:spcBef>
              <a:spcAft>
                <a:spcPts val="400"/>
              </a:spcAft>
              <a:defRPr sz="1500" b="0">
                <a:solidFill>
                  <a:srgbClr val="475569"/>
                </a:solidFill>
                <a:latin typeface="Calibri"/>
              </a:defRPr>
            </a:pPr>
            <a:r>
              <a:t>Built using HTML, CSS, JavaScript on the frontend and Python FastAPI with PostgreSQL on the backend, the portal delivers a production-grade enterprise solution developed across 12 modules over a 12-week timeline by a 2-person team.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29260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Calibri"/>
              </a:defRPr>
            </a:pPr>
            <a:r>
              <a:t>In modern enterprises, employees face multiple challenges when reporting IT issues or facility problems. This project provides a unified, intelligent service portal with the following capabilities: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AI-Powered Ticket Triage — Employees describe issues in natural language. The system uses Hugging Face NLP models to auto-classify category, priority, and assign the right team.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Multi-Role Access — Three distinct user roles (Admin, Employee, Technician) each with role-specific dashboards and permissions.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Real-Time SLA Monitoring — Every ticket has a live countdown timer based on its priority level, ensuring timely resolution.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Emergency SOS System — One-click emergency phone call trigger with simultaneous automated email alert to the System Admin.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Secure 2FA Authentication — Real email-based OTP verification sent to the user's Gmail inbox for secure login.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Self-Service Knowledge Base — Searchable article library that suggests solutions before ticket submission, reducing ticket volume.</a:t>
            </a:r>
          </a:p>
          <a:p>
            <a:pPr>
              <a:spcBef>
                <a:spcPts val="1000"/>
              </a:spcBef>
              <a:spcAft>
                <a:spcPts val="400"/>
              </a:spcAft>
              <a:defRPr sz="1400" b="0">
                <a:solidFill>
                  <a:srgbClr val="475569"/>
                </a:solidFill>
                <a:latin typeface="Calibri"/>
              </a:defRPr>
            </a:pPr>
            <a:r>
              <a:t>▸  PostgreSQL Database — Server-side persistent storage for tickets, users, assets, and audit logs using SQLAlchemy 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Objective &amp;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114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Automate ticket classification using AI/NLP models to eliminate manual triage and reduce response time.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Provide real-time SLA visibility with live countdown timers for tracking resolution deadlines.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Enable emergency response through integrated telephony and automated email alerts for P1 incidents.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Reduce ticket volume by offering a self-service knowledge base with smart deflection suggestions.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Deliver executive analytics with visual charts, MTTR tracking, and vendor SLA compliance reporting.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Build a secure, role-based system with 2FA email OTP and brute-force account lockout protection.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Covers IT support across 4 domains — Hardware, Software, Facilities, and Network.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Supports the full ticket lifecycle — creation, classification, assignment, tracking, resolution.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Includes IT asset management with lifecycle tracking and asset-ticket linking.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Provides a change management module with approval workflows and risk classification.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Targets enterprise environments with multi-user access and PostgreSQL data persistence.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Software &amp; Hardware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6858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Software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Frontend — HTML5, CSS3, Vanilla JavaScript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Backend Framework — Python FastAPI with Uvicorn ASGI server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Database — PostgreSQL (relational database)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ORM — SQLAlchemy (Python to PostgreSQL data mapping)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AI/ML Models — Hugging Face Transformers (DistilBERT + RoBERTa)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Email API — FormSubmit.co REST API (2FA OTP and SOS alerts)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IDE — Eclipse IDE for Enterprise Java Developers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Browser — Google Chrome / Microsoft Edge (latest version)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Hardware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Calibri"/>
              </a:defRPr>
            </a:pP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Processor — Intel Core i3 or above (i5 recommended for AI models)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RAM — Minimum 4 GB (8 GB recommended)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Storage — Minimum 2 GB free disk space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Display — 1366 × 768 resolution or higher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Network — Active internet connection (for email API and font/icon CDN)</a:t>
            </a:r>
          </a:p>
          <a:p>
            <a:pPr>
              <a:spcBef>
                <a:spcPts val="5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Operating System — Windows 10/11, macOS, or Linux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Calibri"/>
              </a:defRPr>
            </a:pPr>
            <a:r>
              <a:t>Modules (12 Modules)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4572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Calibri"/>
              </a:defRPr>
            </a:pPr>
            <a:r>
              <a:t>The application is built across 12 independent modules, each developed in one week.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Core UI &amp; Design System — Glassmorphism components, responsive grids, CSS tokens, animations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Authentication &amp; 2FA Security — Multi-role login, real email OTP, session management, account lockout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Service Desk &amp; Ticketing Engine — Ticket creation, domain-filtered queues, live SLA countdown timers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Emergency SOS &amp; Telephony — Phone call trigger, automated admin email alert, dual-channel dispatch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AI NLP Microservice — DistilBERT category classification, RoBERTa sentiment analysis, live triage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Knowledge Base &amp; Self-Service — Searchable article library, ticket deflection suggestions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IT Asset Management (ITAM) — Device inventory, lifecycle tracking, warranty alerts, asset-ticket linking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Major Incident Management — War room, batch resolution, incident timeline, stakeholder notifications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SLA Analytics &amp; Reporting — Visual charts, MTTR tracking, vendor SLA compliance, trend analysis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Change Management &amp; Approvals — Change requests, admin approval queue, risk auto-classification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Employee Self-Service Enhancements — In-ticket chat, CSAT surveys, profile page, quick actions</a:t>
            </a:r>
          </a:p>
          <a:p>
            <a:pPr>
              <a:spcBef>
                <a:spcPts val="700"/>
              </a:spcBef>
              <a:spcAft>
                <a:spcPts val="200"/>
              </a:spcAft>
              <a:defRPr sz="1300" b="0">
                <a:solidFill>
                  <a:srgbClr val="475569"/>
                </a:solidFill>
                <a:latin typeface="Calibri"/>
              </a:defRPr>
            </a:pPr>
            <a:r>
              <a:t>▸  Themes, Audit Logs &amp; UAT — Dark/Light mode, security audit trail, campus floor map, final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We appreciate your time and feedback.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02336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Project: Enterprise IT &amp; Corporate Facilities Service Portal</a:t>
            </a:r>
          </a:p>
          <a:p>
            <a:pPr algn="ctr">
              <a:spcBef>
                <a:spcPts val="1000"/>
              </a:spcBef>
              <a:spcAft>
                <a:spcPts val="40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Team: SAM ANTROSE A H &amp; SARASWATHI E</a:t>
            </a:r>
          </a:p>
          <a:p>
            <a:pPr algn="ctr">
              <a:spcBef>
                <a:spcPts val="1000"/>
              </a:spcBef>
              <a:spcAft>
                <a:spcPts val="400"/>
              </a:spcAft>
              <a:defRPr sz="1500" b="0">
                <a:solidFill>
                  <a:srgbClr val="94A3B8"/>
                </a:solidFill>
                <a:latin typeface="Calibri"/>
              </a:defRPr>
            </a:pPr>
            <a:r>
              <a:t>Technologies: Python FastAPI · PostgreSQL · Hugging Face AI · HTML/CSS/JS</a:t>
            </a:r>
          </a:p>
          <a:p>
            <a:pPr>
              <a:spcBef>
                <a:spcPts val="2000"/>
              </a:spcBef>
              <a:spcAft>
                <a:spcPts val="400"/>
              </a:spcAft>
              <a:defRPr sz="1200" b="0">
                <a:solidFill>
                  <a:srgbClr val="94A3B8"/>
                </a:solidFill>
                <a:latin typeface="Calibri"/>
              </a:defRPr>
            </a:pPr>
          </a:p>
          <a:p>
            <a:pPr algn="ctr">
              <a:spcBef>
                <a:spcPts val="1000"/>
              </a:spcBef>
              <a:spcAft>
                <a:spcPts val="400"/>
              </a:spcAft>
              <a:defRPr sz="1600" b="1">
                <a:solidFill>
                  <a:srgbClr val="60A5FA"/>
                </a:solidFill>
                <a:latin typeface="Calibri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